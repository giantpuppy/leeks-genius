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01168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Microsoft YaHei"/>
              </a:defRPr>
            </a:pPr>
            <a:r>
              <a:rPr a:typeface="Microsoft YaHei"/>
              <a:t>排期天菜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2004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8B5CF6"/>
                </a:solidFill>
                <a:latin typeface="Microsoft YaHei"/>
              </a:defRPr>
            </a:pPr>
            <a:r>
              <a:rPr a:typeface="Microsoft YaHei"/>
              <a:t>韭菜的自我管理排期剧历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84048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4D399"/>
                </a:solidFill>
                <a:latin typeface="Microsoft YaHei"/>
              </a:defRPr>
            </a:pPr>
            <a:r>
              <a:rPr a:typeface="Microsoft YaHei"/>
              <a:t>让每一张票，都有处安放。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0292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0B0"/>
                </a:solidFill>
                <a:latin typeface="Microsoft YaHei"/>
              </a:defRPr>
            </a:pPr>
            <a:r>
              <a:rPr a:typeface="Microsoft YaHei"/>
              <a:t>Paiqi Release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8B5CF6"/>
                </a:solidFill>
                <a:latin typeface="Microsoft YaHei"/>
              </a:defRPr>
            </a:pPr>
            <a:r>
              <a:rPr a:typeface="Microsoft YaHei"/>
              <a:t>排剧期，记场次，存票根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  <a:latin typeface="Microsoft YaHei"/>
              </a:defRPr>
            </a:pPr>
            <a:r>
              <a:rPr a:typeface="Microsoft YaHei"/>
              <a:t>一款面向 杂食党 P 人剧女 的本地排期管理应用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rPr a:typeface="Microsoft YaHei"/>
              <a:t>把「盘票、记场次、存票根」的碎片流程，变成一个 App。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5669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0B0"/>
                </a:solidFill>
                <a:latin typeface="Microsoft YaHei"/>
              </a:defRPr>
            </a:pPr>
            <a:r>
              <a:rPr a:typeface="Microsoft YaHei"/>
              <a:t>盘剧写 repo 快乐，排期不快乐。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74720"/>
            <a:ext cx="5669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800"/>
              </a:spcAft>
              <a:defRPr sz="1800">
                <a:solidFill>
                  <a:srgbClr val="FFFFFF"/>
                </a:solidFill>
                <a:latin typeface="Microsoft YaHei"/>
              </a:defRPr>
            </a:pPr>
            <a:r>
              <a:rPr a:typeface="Microsoft YaHei"/>
              <a:t>排剧期：可视化对比剧目排期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800">
                <a:solidFill>
                  <a:srgbClr val="FFFFFF"/>
                </a:solidFill>
                <a:latin typeface="Microsoft YaHei"/>
              </a:defRPr>
            </a:pPr>
            <a:r>
              <a:rPr a:typeface="Microsoft YaHei"/>
              <a:t>记场次：已购/想看场次 + 待办提醒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800">
                <a:solidFill>
                  <a:srgbClr val="FFFFFF"/>
                </a:solidFill>
                <a:latin typeface="Microsoft YaHei"/>
              </a:defRPr>
            </a:pPr>
            <a:r>
              <a:rPr a:typeface="Microsoft YaHei"/>
              <a:t>存票根：月底年底数据复盘</a:t>
            </a:r>
          </a:p>
        </p:txBody>
      </p:sp>
      <p:sp>
        <p:nvSpPr>
          <p:cNvPr id="7" name="Rectangle 6"/>
          <p:cNvSpPr/>
          <p:nvPr/>
        </p:nvSpPr>
        <p:spPr>
          <a:xfrm>
            <a:off x="6675120" y="1554480"/>
            <a:ext cx="4846320" cy="4572000"/>
          </a:xfrm>
          <a:prstGeom prst="rect">
            <a:avLst/>
          </a:prstGeom>
          <a:solidFill>
            <a:srgbClr val="1A1A1A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5840"/>
              </a:spcBef>
              <a:defRPr sz="1600" b="1">
                <a:solidFill>
                  <a:srgbClr val="8B5CF6"/>
                </a:solidFill>
                <a:latin typeface="Microsoft YaHei"/>
              </a:defRPr>
            </a:pPr>
            <a:r>
              <a:rPr a:typeface="Microsoft YaHei"/>
              <a:t>App 月历首页 / 开屏页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8B5CF6"/>
                </a:solidFill>
                <a:latin typeface="Microsoft YaHei"/>
              </a:defRPr>
            </a:pPr>
            <a:r>
              <a:rPr a:typeface="Microsoft YaHei"/>
              <a:t>为谁而做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  <a:latin typeface="Microsoft YaHei"/>
              </a:defRPr>
            </a:pPr>
            <a:r>
              <a:rPr a:typeface="Microsoft YaHei"/>
              <a:t>这不是所有人的日历，这是 剧女 的日历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5669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800"/>
              </a:spcAft>
              <a:defRPr sz="1800">
                <a:solidFill>
                  <a:srgbClr val="FFFFFF"/>
                </a:solidFill>
                <a:latin typeface="Microsoft YaHei"/>
              </a:defRPr>
            </a:pPr>
            <a:r>
              <a:rPr a:typeface="Microsoft YaHei"/>
              <a:t>重度戏剧 / 音乐剧爱好者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800">
                <a:solidFill>
                  <a:srgbClr val="FFFFFF"/>
                </a:solidFill>
                <a:latin typeface="Microsoft YaHei"/>
              </a:defRPr>
            </a:pPr>
            <a:r>
              <a:rPr a:typeface="Microsoft YaHei"/>
              <a:t>一年看几十场，杂食党，多剧并行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800">
                <a:solidFill>
                  <a:srgbClr val="FFFFFF"/>
                </a:solidFill>
                <a:latin typeface="Microsoft YaHei"/>
              </a:defRPr>
            </a:pPr>
            <a:r>
              <a:rPr a:typeface="Microsoft YaHei"/>
              <a:t>微信群、大麦、小红书、原生日历四头跑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800">
                <a:solidFill>
                  <a:srgbClr val="FFFFFF"/>
                </a:solidFill>
                <a:latin typeface="Microsoft YaHei"/>
              </a:defRPr>
            </a:pPr>
            <a:r>
              <a:rPr a:typeface="Microsoft YaHei"/>
              <a:t>P 人，不爱整理，但被迫整理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97680"/>
            <a:ext cx="5669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0B0"/>
                </a:solidFill>
                <a:latin typeface="Microsoft YaHei"/>
              </a:defRPr>
            </a:pPr>
            <a:r>
              <a:rPr a:typeface="Microsoft YaHei"/>
              <a:t>她们不缺工具，缺的是一套「懂剧场信息密度」的排期工具。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0" y="1463040"/>
            <a:ext cx="4846320" cy="4754880"/>
          </a:xfrm>
          <a:prstGeom prst="rect">
            <a:avLst/>
          </a:prstGeom>
          <a:solidFill>
            <a:srgbClr val="1A1A1A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6560"/>
              </a:spcBef>
              <a:defRPr sz="1600" b="1">
                <a:solidFill>
                  <a:srgbClr val="8B5CF6"/>
                </a:solidFill>
                <a:latin typeface="Microsoft YaHei"/>
              </a:defRPr>
            </a:pPr>
            <a:r>
              <a:rPr a:typeface="Microsoft YaHei"/>
              <a:t>用户场景拼贴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8B5CF6"/>
                </a:solidFill>
                <a:latin typeface="Microsoft YaHei"/>
              </a:defRPr>
            </a:pPr>
            <a:r>
              <a:rPr a:typeface="Microsoft YaHei"/>
              <a:t>产品解决的痛点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3383280" cy="210312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Microsoft YaHei"/>
              </a:defRPr>
            </a:pPr>
            <a:r>
              <a:rPr a:typeface="Microsoft YaHei"/>
              <a:t>📱 信息散：四处存，找不到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2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rPr a:typeface="Microsoft YaHei"/>
              <a:t>群聊、相册、日历、备忘录各存一点；宣排期截图放相册吃灰，想查卡司时翻半天。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463040"/>
            <a:ext cx="3383280" cy="210312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34840" y="157276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Microsoft YaHei"/>
              </a:defRPr>
            </a:pPr>
            <a:r>
              <a:rPr a:typeface="Microsoft YaHei"/>
              <a:t>⏰ 易出错：午晚场、物料、取票全怕忘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187452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rPr a:typeface="Microsoft YaHei"/>
              <a:t>午场 14:00 还是 14:30 常搞混；换物料、帮人取票、面交、买周边、领鸡蛋规则地点全靠临场记忆。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463040"/>
            <a:ext cx="3383280" cy="210312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157276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Microsoft YaHei"/>
              </a:defRPr>
            </a:pPr>
            <a:r>
              <a:rPr a:typeface="Microsoft YaHei"/>
              <a:t>📊 难复盘：看完就忘，年底一笔糊涂账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187452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rPr a:typeface="Microsoft YaHei"/>
              <a:t>票根散落、repo 懒得上传，一年到底看了多少场、花了多少钱、追了哪些演员，没有清晰记录。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947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  <a:latin typeface="Microsoft YaHei"/>
              </a:defRPr>
            </a:pPr>
            <a:r>
              <a:rPr a:typeface="Microsoft YaHei"/>
              <a:t>通用工具为什么治不好：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297680"/>
            <a:ext cx="10911535" cy="420624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343400"/>
            <a:ext cx="2286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rPr a:typeface="Microsoft YaHei"/>
              <a:t>工具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4343400"/>
            <a:ext cx="8229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rPr a:typeface="Microsoft YaHei"/>
              <a:t>问题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718304"/>
            <a:ext cx="10911535" cy="420624"/>
          </a:xfrm>
          <a:prstGeom prst="rect">
            <a:avLst/>
          </a:prstGeom>
          <a:solidFill>
            <a:srgbClr val="1A1A1A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764024"/>
            <a:ext cx="2286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rPr a:typeface="Microsoft YaHei"/>
              <a:t>原生日历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4764024"/>
            <a:ext cx="8229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B0"/>
                </a:solidFill>
                <a:latin typeface="Microsoft YaHei"/>
              </a:defRPr>
            </a:pPr>
            <a:r>
              <a:rPr a:typeface="Microsoft YaHei"/>
              <a:t>只能记时间，塞不下卡司 / 票版 / 物料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138928"/>
            <a:ext cx="10911535" cy="420624"/>
          </a:xfrm>
          <a:prstGeom prst="rect">
            <a:avLst/>
          </a:prstGeom>
          <a:solidFill>
            <a:srgbClr val="0F0F0F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184648"/>
            <a:ext cx="2286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rPr a:typeface="Microsoft YaHei"/>
              <a:t>Excel / Notion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5184648"/>
            <a:ext cx="8229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B0"/>
                </a:solidFill>
                <a:latin typeface="Microsoft YaHei"/>
              </a:defRPr>
            </a:pPr>
            <a:r>
              <a:rPr a:typeface="Microsoft YaHei"/>
              <a:t>太重，P 人坚持不下来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559552"/>
            <a:ext cx="10911535" cy="420624"/>
          </a:xfrm>
          <a:prstGeom prst="rect">
            <a:avLst/>
          </a:prstGeom>
          <a:solidFill>
            <a:srgbClr val="1A1A1A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605272"/>
            <a:ext cx="2286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rPr a:typeface="Microsoft YaHei"/>
              <a:t>大麦 / 猫眼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5605272"/>
            <a:ext cx="8229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B0"/>
                </a:solidFill>
                <a:latin typeface="Microsoft YaHei"/>
              </a:defRPr>
            </a:pPr>
            <a:r>
              <a:rPr a:typeface="Microsoft YaHei"/>
              <a:t>只关心「已购票」，不关心「想看」和「规划」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980176"/>
            <a:ext cx="10911535" cy="420624"/>
          </a:xfrm>
          <a:prstGeom prst="rect">
            <a:avLst/>
          </a:prstGeom>
          <a:solidFill>
            <a:srgbClr val="0F0F0F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6025896"/>
            <a:ext cx="2286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rPr a:typeface="Microsoft YaHei"/>
              <a:t>小红书收藏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0" y="6025896"/>
            <a:ext cx="8229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B0"/>
                </a:solidFill>
                <a:latin typeface="Microsoft YaHei"/>
              </a:defRPr>
            </a:pPr>
            <a:r>
              <a:rPr a:typeface="Microsoft YaHei"/>
              <a:t>信息滞后，不好检索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8B5CF6"/>
                </a:solidFill>
                <a:latin typeface="Microsoft YaHei"/>
              </a:defRPr>
            </a:pPr>
            <a:r>
              <a:rPr a:typeface="Microsoft YaHei"/>
              <a:t>产品定位：排 · 记 · 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rPr a:typeface="Microsoft YaHei"/>
              <a:t>围绕看剧排期的核心流程，做一款简洁美观的本地工具。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3852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Microsoft YaHei"/>
              </a:defRPr>
            </a:pPr>
            <a:r>
              <a:rPr a:typeface="Microsoft YaHei"/>
              <a:t>🟣 排：横向纵向对比排期流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40280"/>
            <a:ext cx="32918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rPr a:typeface="Microsoft YaHei"/>
              <a:t>把剧目宣排期表变成可视化排期流。</a:t>
            </a:r>
            <a:br/>
            <a:br/>
            <a:r>
              <a:t>支持横向纵向对比场次，一眼看清哪天有哪些剧、哪些卡司，想看的场次手动 mark 后自动同步到月历。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93852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Microsoft YaHei"/>
              </a:defRPr>
            </a:pPr>
            <a:r>
              <a:rPr a:typeface="Microsoft YaHei"/>
              <a:t>🟢 记：保存 + 提醒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240280"/>
            <a:ext cx="32918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rPr a:typeface="Microsoft YaHei"/>
              <a:t>已购票场次集中管理，可添加提醒和备注。</a:t>
            </a:r>
            <a:br/>
            <a:br/>
            <a:r>
              <a:t>换物料、帮人取票、面交、买周边、领鸡蛋规则地点，一场场列清楚，不再临场失忆。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193852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Microsoft YaHei"/>
              </a:defRPr>
            </a:pPr>
            <a:r>
              <a:rPr a:typeface="Microsoft YaHei"/>
              <a:t>🟣 存：收录数据，一键复盘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240280"/>
            <a:ext cx="32918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rPr a:typeface="Microsoft YaHei"/>
              <a:t>看过的剧目次数、演员次数、花费金额全部变成可视化图表。</a:t>
            </a:r>
            <a:br/>
            <a:br/>
            <a:r>
              <a:t>一键生成年度看剧报告，让每一张票都有处安放。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8B5CF6"/>
                </a:solidFill>
                <a:latin typeface="Microsoft YaHei"/>
              </a:defRPr>
            </a:pPr>
            <a:r>
              <a:rPr a:typeface="Microsoft YaHei"/>
              <a:t>排：把排期表变成可视化排期流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5669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8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rPr a:typeface="Microsoft YaHei"/>
              <a:t>剧目宣排期一键查看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rPr a:typeface="Microsoft YaHei"/>
              <a:t>横向纵向对比场次与卡司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rPr a:typeface="Microsoft YaHei"/>
              <a:t>想看的场次手动 mark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rPr a:typeface="Microsoft YaHei"/>
              <a:t>自动同步到月历首页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931920"/>
            <a:ext cx="5669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0B0"/>
                </a:solidFill>
                <a:latin typeface="Microsoft YaHei"/>
              </a:defRPr>
            </a:pPr>
            <a:r>
              <a:rPr a:typeface="Microsoft YaHei"/>
              <a:t>不再翻相册、不再搜大麦，排期流上一眼盘清楚。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0" y="1371600"/>
            <a:ext cx="4846320" cy="4754880"/>
          </a:xfrm>
          <a:prstGeom prst="rect">
            <a:avLst/>
          </a:prstGeom>
          <a:solidFill>
            <a:srgbClr val="1A1A1A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6560"/>
              </a:spcBef>
              <a:defRPr sz="1600" b="1">
                <a:solidFill>
                  <a:srgbClr val="8B5CF6"/>
                </a:solidFill>
                <a:latin typeface="Microsoft YaHei"/>
              </a:defRPr>
            </a:pPr>
            <a:r>
              <a:rPr a:typeface="Microsoft YaHei"/>
              <a:t>排期板双密度视图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8B5CF6"/>
                </a:solidFill>
                <a:latin typeface="Microsoft YaHei"/>
              </a:defRPr>
            </a:pPr>
            <a:r>
              <a:rPr a:typeface="Microsoft YaHei"/>
              <a:t>记：保存 + 提醒，不再临场失忆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5669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8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rPr a:typeface="Microsoft YaHei"/>
              <a:t>已购票场次集中管理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rPr a:typeface="Microsoft YaHei"/>
              <a:t>添加提醒和备注事项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rPr a:typeface="Microsoft YaHei"/>
              <a:t>换物料、帮人取票、面交、买周边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rPr a:typeface="Microsoft YaHei"/>
              <a:t>领鸡蛋规则地点一一记录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931920"/>
            <a:ext cx="5669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0B0"/>
                </a:solidFill>
                <a:latin typeface="Microsoft YaHei"/>
              </a:defRPr>
            </a:pPr>
            <a:r>
              <a:rPr a:typeface="Microsoft YaHei"/>
              <a:t>剧场门口不再手忙脚乱，打开 App 就知道今天要干嘛。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0" y="1371600"/>
            <a:ext cx="4846320" cy="4754880"/>
          </a:xfrm>
          <a:prstGeom prst="rect">
            <a:avLst/>
          </a:prstGeom>
          <a:solidFill>
            <a:srgbClr val="1A1A1A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6560"/>
              </a:spcBef>
              <a:defRPr sz="1600" b="1">
                <a:solidFill>
                  <a:srgbClr val="8B5CF6"/>
                </a:solidFill>
                <a:latin typeface="Microsoft YaHei"/>
              </a:defRPr>
            </a:pPr>
            <a:r>
              <a:rPr a:typeface="Microsoft YaHei"/>
              <a:t>详情页待办清单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8B5CF6"/>
                </a:solidFill>
                <a:latin typeface="Microsoft YaHei"/>
              </a:defRPr>
            </a:pPr>
            <a:r>
              <a:rPr a:typeface="Microsoft YaHei"/>
              <a:t>存：月底年底一键复盘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5669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8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rPr a:typeface="Microsoft YaHei"/>
              <a:t>看过的剧目次数统计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rPr a:typeface="Microsoft YaHei"/>
              <a:t>看过的演员次数统计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rPr a:typeface="Microsoft YaHei"/>
              <a:t>花费金额可视化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rPr a:typeface="Microsoft YaHei"/>
              <a:t>一键生成年度看剧报告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931920"/>
            <a:ext cx="5669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0B0"/>
                </a:solidFill>
                <a:latin typeface="Microsoft YaHei"/>
              </a:defRPr>
            </a:pPr>
            <a:r>
              <a:rPr a:typeface="Microsoft YaHei"/>
              <a:t>年底发小红书年度总结，素材直接从这里拿。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0" y="1371600"/>
            <a:ext cx="4846320" cy="4754880"/>
          </a:xfrm>
          <a:prstGeom prst="rect">
            <a:avLst/>
          </a:prstGeom>
          <a:solidFill>
            <a:srgbClr val="1A1A1A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6560"/>
              </a:spcBef>
              <a:defRPr sz="1600" b="1">
                <a:solidFill>
                  <a:srgbClr val="8B5CF6"/>
                </a:solidFill>
                <a:latin typeface="Microsoft YaHei"/>
              </a:defRPr>
            </a:pPr>
            <a:r>
              <a:rPr a:typeface="Microsoft YaHei"/>
              <a:t>个人中心四张图表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8B5CF6"/>
                </a:solidFill>
                <a:latin typeface="Microsoft YaHei"/>
              </a:defRPr>
            </a:pPr>
            <a:r>
              <a:rPr a:typeface="Microsoft YaHei"/>
              <a:t>视觉设计：像素风 + 星之果实紫绿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5669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800"/>
              </a:spcAft>
              <a:defRPr sz="1800">
                <a:solidFill>
                  <a:srgbClr val="FFFFFF"/>
                </a:solidFill>
                <a:latin typeface="Microsoft YaHei"/>
              </a:defRPr>
            </a:pPr>
            <a:r>
              <a:rPr a:typeface="Microsoft YaHei"/>
              <a:t>黑底 #0F0F0F，护眼不刺眼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800">
                <a:solidFill>
                  <a:srgbClr val="FFFFFF"/>
                </a:solidFill>
                <a:latin typeface="Microsoft YaHei"/>
              </a:defRPr>
            </a:pPr>
            <a:r>
              <a:rPr a:typeface="Microsoft YaHei"/>
              <a:t>紫 #8B5CF6 + 绿 #34D399，星之果实感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800">
                <a:solidFill>
                  <a:srgbClr val="FFFFFF"/>
                </a:solidFill>
                <a:latin typeface="Microsoft YaHei"/>
              </a:defRPr>
            </a:pPr>
            <a:r>
              <a:rPr a:typeface="Microsoft YaHei"/>
              <a:t>像素字体与图标，致敬剧场票根 / 街机复古感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800">
                <a:solidFill>
                  <a:srgbClr val="FFFFFF"/>
                </a:solidFill>
                <a:latin typeface="Microsoft YaHei"/>
              </a:defRPr>
            </a:pPr>
            <a:r>
              <a:rPr a:typeface="Microsoft YaHei"/>
              <a:t>Logo 字谜：「非」+ 横线 +「菜」= 韭，其余为紫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4389120"/>
            <a:ext cx="822960" cy="822960"/>
          </a:xfrm>
          <a:prstGeom prst="rect">
            <a:avLst/>
          </a:prstGeom>
          <a:solidFill>
            <a:srgbClr val="1A1A1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303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B0"/>
                </a:solidFill>
                <a:latin typeface="Microsoft YaHei"/>
              </a:defRPr>
            </a:pPr>
            <a:r>
              <a:rPr a:typeface="Microsoft YaHei"/>
              <a:t>背景</a:t>
            </a:r>
            <a:br/>
            <a:r>
              <a:t>#0F0F0F</a:t>
            </a:r>
          </a:p>
        </p:txBody>
      </p:sp>
      <p:sp>
        <p:nvSpPr>
          <p:cNvPr id="6" name="Rectangle 5"/>
          <p:cNvSpPr/>
          <p:nvPr/>
        </p:nvSpPr>
        <p:spPr>
          <a:xfrm>
            <a:off x="1737360" y="4389120"/>
            <a:ext cx="822960" cy="822960"/>
          </a:xfrm>
          <a:prstGeom prst="rect">
            <a:avLst/>
          </a:prstGeom>
          <a:solidFill>
            <a:srgbClr val="8B5CF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37360" y="5303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B0"/>
                </a:solidFill>
                <a:latin typeface="Microsoft YaHei"/>
              </a:defRPr>
            </a:pPr>
            <a:r>
              <a:rPr a:typeface="Microsoft YaHei"/>
              <a:t>主色紫</a:t>
            </a:r>
            <a:br/>
            <a:r>
              <a:t>#8B5CF6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4389120"/>
            <a:ext cx="822960" cy="822960"/>
          </a:xfrm>
          <a:prstGeom prst="rect">
            <a:avLst/>
          </a:prstGeom>
          <a:solidFill>
            <a:srgbClr val="34D39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5303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B0"/>
                </a:solidFill>
                <a:latin typeface="Microsoft YaHei"/>
              </a:defRPr>
            </a:pPr>
            <a:r>
              <a:rPr a:typeface="Microsoft YaHei"/>
              <a:t>强调绿</a:t>
            </a:r>
            <a:br/>
            <a:r>
              <a:t>#34D399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1371600"/>
            <a:ext cx="4846320" cy="4754880"/>
          </a:xfrm>
          <a:prstGeom prst="rect">
            <a:avLst/>
          </a:prstGeom>
          <a:solidFill>
            <a:srgbClr val="1A1A1A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6560"/>
              </a:spcBef>
              <a:defRPr sz="1600" b="1">
                <a:solidFill>
                  <a:srgbClr val="8B5CF6"/>
                </a:solidFill>
                <a:latin typeface="Microsoft YaHei"/>
              </a:defRPr>
            </a:pPr>
            <a:r>
              <a:rPr a:typeface="Microsoft YaHei"/>
              <a:t>Logo 拆解图 + 色板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8B5CF6"/>
                </a:solidFill>
                <a:latin typeface="Microsoft YaHei"/>
              </a:defRPr>
            </a:pPr>
            <a:r>
              <a:rPr a:typeface="Microsoft YaHei"/>
              <a:t>总结：我们做对了什么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45920"/>
            <a:ext cx="3566160" cy="329184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5564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Microsoft YaHei"/>
              </a:defRPr>
            </a:pPr>
            <a:r>
              <a:rPr a:typeface="Microsoft YaHei"/>
              <a:t>从真实场景出发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5740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rPr a:typeface="Microsoft YaHei"/>
              <a:t>不是凭空造工具，而是把自己作为目标用户，把每天重复的排期动作提炼成「排 · 记 · 存」。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645920"/>
            <a:ext cx="3566160" cy="329184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75564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Microsoft YaHei"/>
              </a:defRPr>
            </a:pPr>
            <a:r>
              <a:rPr a:typeface="Microsoft YaHei"/>
              <a:t>聚焦核心流程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05740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rPr a:typeface="Microsoft YaHei"/>
              <a:t>先做 MVP 验证最小闭环：排期可视化、场次记录、数据复盘，不堆功能。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645920"/>
            <a:ext cx="3566160" cy="329184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175564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Microsoft YaHei"/>
              </a:defRPr>
            </a:pPr>
            <a:r>
              <a:rPr a:typeface="Microsoft YaHei"/>
              <a:t>视觉差异化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205740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rPr a:typeface="Microsoft YaHei"/>
              <a:t>像素风 + 紫绿配色 + Logo 字谜，让「排期天菜」在工具类 App 中有记忆点。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212080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0B0"/>
                </a:solidFill>
                <a:latin typeface="Microsoft YaHei"/>
              </a:defRPr>
            </a:pPr>
            <a:r>
              <a:rPr a:typeface="Microsoft YaHei"/>
              <a:t>接下来：OCR 识别排期表、提醒通知、观演记录与社交分享，持续打磨。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01168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Microsoft YaHei"/>
              </a:defRPr>
            </a:pPr>
            <a:r>
              <a:rPr a:typeface="Microsoft YaHei"/>
              <a:t>排期天菜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20040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4D399"/>
                </a:solidFill>
                <a:latin typeface="Microsoft YaHei"/>
              </a:defRPr>
            </a:pPr>
            <a:r>
              <a:rPr a:typeface="Microsoft YaHei"/>
              <a:t>让每一张票，都有处安放。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Microsoft YaHei"/>
              </a:defRPr>
            </a:pPr>
            <a:r>
              <a:rPr a:typeface="Microsoft YaHei"/>
              <a:t>愿 vibe coding 赐福我的戏梦人生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0292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0B0"/>
                </a:solidFill>
                <a:latin typeface="Microsoft YaHei"/>
              </a:defRPr>
            </a:pPr>
            <a:r>
              <a:rPr a:typeface="Microsoft YaHei"/>
              <a:t>Paiqi · 排期天菜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