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排期天菜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韭菜的自我管理排期剧历</a:t>
            </a:r>
          </a:p>
          <a:p>
            <a:pPr lvl="0" indent="0" marL="0">
              <a:buNone/>
            </a:pPr>
            <a:r>
              <a:rPr/>
              <a:t>让每一张票，都有处安放。</a:t>
            </a:r>
          </a:p>
          <a:p>
            <a:pPr lvl="0" indent="0" marL="0">
              <a:buNone/>
            </a:pPr>
            <a:r>
              <a:rPr/>
              <a:t>Paiqi Release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排剧期，记场次，存票根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一款面向 </a:t>
            </a:r>
            <a:r>
              <a:rPr b="1"/>
              <a:t>杂食党 P 人剧女</a:t>
            </a:r>
            <a:r>
              <a:rPr/>
              <a:t> 的本地排期管理应用。</a:t>
            </a:r>
          </a:p>
          <a:p>
            <a:pPr lvl="0" indent="0" marL="0">
              <a:buNone/>
            </a:pPr>
            <a:r>
              <a:rPr/>
              <a:t>把「盘票、记场次、存票根」的碎片流程，变成一个 App。</a:t>
            </a:r>
          </a:p>
          <a:p>
            <a:pPr lvl="0" indent="0" marL="1270000">
              <a:buNone/>
            </a:pPr>
            <a:r>
              <a:rPr sz="2000"/>
              <a:t>盘剧写 repo 快乐，排期不快乐。</a:t>
            </a:r>
          </a:p>
          <a:p>
            <a:pPr lvl="0"/>
            <a:r>
              <a:rPr b="1"/>
              <a:t>排剧期：</a:t>
            </a:r>
            <a:r>
              <a:rPr/>
              <a:t> 可视化对比剧目排期</a:t>
            </a:r>
          </a:p>
          <a:p>
            <a:pPr lvl="0"/>
            <a:r>
              <a:rPr b="1"/>
              <a:t>记场次：</a:t>
            </a:r>
            <a:r>
              <a:rPr/>
              <a:t> 已购/想看场次 + 待办提醒</a:t>
            </a:r>
          </a:p>
          <a:p>
            <a:pPr lvl="0"/>
            <a:r>
              <a:rPr b="1"/>
              <a:t>存票根：</a:t>
            </a:r>
            <a:r>
              <a:rPr/>
              <a:t> 月底年底数据复盘</a:t>
            </a:r>
          </a:p>
          <a:p>
            <a:pPr lvl="0" indent="0" marL="0">
              <a:buNone/>
            </a:pPr>
            <a:r>
              <a:rPr/>
              <a:t>【截图位置：App 月历首页 / 开屏页】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为谁而做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这不是所有人的日历，这是 </a:t>
            </a:r>
            <a:r>
              <a:rPr b="1"/>
              <a:t>剧女的日历</a:t>
            </a:r>
            <a:r>
              <a:rPr/>
              <a:t>。</a:t>
            </a:r>
          </a:p>
          <a:p>
            <a:pPr lvl="0"/>
            <a:r>
              <a:rPr/>
              <a:t>重度戏剧 / 音乐剧爱好者</a:t>
            </a:r>
          </a:p>
          <a:p>
            <a:pPr lvl="0"/>
            <a:r>
              <a:rPr/>
              <a:t>一年看几十场，杂食党，多剧并行</a:t>
            </a:r>
          </a:p>
          <a:p>
            <a:pPr lvl="0"/>
            <a:r>
              <a:rPr/>
              <a:t>微信群、大麦、小红书、原生日历四头跑</a:t>
            </a:r>
          </a:p>
          <a:p>
            <a:pPr lvl="0"/>
            <a:r>
              <a:rPr/>
              <a:t>P 人，不爱整理，但被迫整理</a:t>
            </a:r>
          </a:p>
          <a:p>
            <a:pPr lvl="0" indent="0" marL="1270000">
              <a:buNone/>
            </a:pPr>
            <a:r>
              <a:rPr sz="2000"/>
              <a:t>她们不缺工具，缺的是一套「懂剧场信息密度」的排期工具。</a:t>
            </a:r>
          </a:p>
          <a:p>
            <a:pPr lvl="0" indent="0" marL="0">
              <a:buNone/>
            </a:pPr>
            <a:r>
              <a:rPr/>
              <a:t>【截图位置：用户场景拼贴：微信 / 大麦 / 小红书 / 日历】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产品解决的痛点和场景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📱 信息散：四处存，找不到</a:t>
            </a:r>
          </a:p>
          <a:p>
            <a:pPr lvl="0" indent="0" marL="0">
              <a:buNone/>
            </a:pPr>
            <a:r>
              <a:rPr/>
              <a:t>群聊、相册、日历、备忘录各存一点；宣排期截图放相册吃灰，想查卡司时翻半天。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⏰ 易出错：午晚场、物料、取票全怕忘</a:t>
            </a:r>
          </a:p>
          <a:p>
            <a:pPr lvl="0" indent="0" marL="0">
              <a:buNone/>
            </a:pPr>
            <a:r>
              <a:rPr/>
              <a:t>午场 14:00 还是 14:30 常搞混；换物料、帮人取票、面交、买周边、领鸡蛋规则地点全靠临场记忆。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📊 难复盘：看完就忘，年底一笔糊涂账</a:t>
            </a:r>
          </a:p>
          <a:p>
            <a:pPr lvl="0" indent="0" marL="0">
              <a:buNone/>
            </a:pPr>
            <a:r>
              <a:rPr/>
              <a:t>票根散落、repo 懒得上传，一年到底看了多少场、花了多少钱、追了哪些演员，没有清晰记录。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通用工具为什么治不好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工具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问题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原生日历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只能记时间，塞不下卡司 / 票版 / 物料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Excel / Notion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太重，P 人坚持不下来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大麦 / 猫眼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只关心「已购票」，不关心「想看」和「规划」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小红书收藏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信息滞后，不好检索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剧女需要的是一个「懂剧场信息密度」的专属工具，而不是第二个日历。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产品定位：排 · 记 · 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围绕看剧排期的核心流程，做一款简洁美观的本地工具。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🟣 排：横向纵向对比排期流</a:t>
            </a:r>
          </a:p>
          <a:p>
            <a:pPr lvl="0" indent="0" marL="0">
              <a:buNone/>
            </a:pPr>
            <a:r>
              <a:rPr/>
              <a:t>把剧目宣排期表变成可视化排期流。支持横向纵向对比场次，一眼看清哪天有哪些剧、哪些卡司，想看的场次手动 mark 后自动同步到月历。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🟢 记：保存 + 提醒，不再临场失忆</a:t>
            </a:r>
          </a:p>
          <a:p>
            <a:pPr lvl="0" indent="0" marL="0">
              <a:buNone/>
            </a:pPr>
            <a:r>
              <a:rPr/>
              <a:t>已购票场次集中管理，可添加提醒和备注：换物料、帮人取票、面交、买周边、领鸡蛋规则地点，一场场列清楚。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🟣 存：收录数据，一键复盘</a:t>
            </a:r>
          </a:p>
          <a:p>
            <a:pPr lvl="0" indent="0" marL="0">
              <a:buNone/>
            </a:pPr>
            <a:r>
              <a:rPr/>
              <a:t>看过的剧目次数、演员次数、花费金额全部变成可视化图表，一键生成年度看剧报告，让每一张票都有处安放。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排：把排期表变成可视化排期流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剧目宣排期一键查看</a:t>
            </a:r>
          </a:p>
          <a:p>
            <a:pPr lvl="0"/>
            <a:r>
              <a:rPr/>
              <a:t>横向纵向对比场次与卡司</a:t>
            </a:r>
          </a:p>
          <a:p>
            <a:pPr lvl="0"/>
            <a:r>
              <a:rPr/>
              <a:t>想看的场次手动 mark</a:t>
            </a:r>
          </a:p>
          <a:p>
            <a:pPr lvl="0"/>
            <a:r>
              <a:rPr/>
              <a:t>自动同步到月历首页</a:t>
            </a:r>
          </a:p>
          <a:p>
            <a:pPr lvl="0" indent="0" marL="1270000">
              <a:buNone/>
            </a:pPr>
            <a:r>
              <a:rPr sz="2000"/>
              <a:t>不再翻相册、不再搜大麦，排期流上一眼盘清楚。</a:t>
            </a:r>
          </a:p>
          <a:p>
            <a:pPr lvl="0" indent="0" marL="0">
              <a:buNone/>
            </a:pPr>
            <a:r>
              <a:rPr/>
              <a:t>【截图位置：排期板双密度视图】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记：保存 + 提醒，不再临场失忆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已购票场次集中管理</a:t>
            </a:r>
          </a:p>
          <a:p>
            <a:pPr lvl="0"/>
            <a:r>
              <a:rPr/>
              <a:t>添加提醒和备注事项</a:t>
            </a:r>
          </a:p>
          <a:p>
            <a:pPr lvl="0"/>
            <a:r>
              <a:rPr/>
              <a:t>换物料、帮人取票、面交、买周边</a:t>
            </a:r>
          </a:p>
          <a:p>
            <a:pPr lvl="0"/>
            <a:r>
              <a:rPr/>
              <a:t>领鸡蛋规则地点一一记录</a:t>
            </a:r>
          </a:p>
          <a:p>
            <a:pPr lvl="0" indent="0" marL="1270000">
              <a:buNone/>
            </a:pPr>
            <a:r>
              <a:rPr sz="2000"/>
              <a:t>剧场门口不再手忙脚乱，打开 App 就知道今天要干嘛。</a:t>
            </a:r>
          </a:p>
          <a:p>
            <a:pPr lvl="0" indent="0" marL="0">
              <a:buNone/>
            </a:pPr>
            <a:r>
              <a:rPr/>
              <a:t>【截图位置：详情页待办清单】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存：月底年底一键复盘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看过的剧目次数统计</a:t>
            </a:r>
          </a:p>
          <a:p>
            <a:pPr lvl="0"/>
            <a:r>
              <a:rPr/>
              <a:t>看过的演员次数统计</a:t>
            </a:r>
          </a:p>
          <a:p>
            <a:pPr lvl="0"/>
            <a:r>
              <a:rPr/>
              <a:t>花费金额可视化</a:t>
            </a:r>
          </a:p>
          <a:p>
            <a:pPr lvl="0"/>
            <a:r>
              <a:rPr/>
              <a:t>一键生成年度看剧报告</a:t>
            </a:r>
          </a:p>
          <a:p>
            <a:pPr lvl="0" indent="0" marL="1270000">
              <a:buNone/>
            </a:pPr>
            <a:r>
              <a:rPr sz="2000"/>
              <a:t>年底发小红书年度总结，素材直接从这里拿。</a:t>
            </a:r>
          </a:p>
          <a:p>
            <a:pPr lvl="0" indent="0" marL="0">
              <a:buNone/>
            </a:pPr>
            <a:r>
              <a:rPr/>
              <a:t>【截图位置：个人中心四张图表】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视觉设计：像素风 + 星之果实紫绿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黑底 </a:t>
            </a:r>
            <a:r>
              <a:rPr>
                <a:latin typeface="Courier"/>
              </a:rPr>
              <a:t>#0F0F0F</a:t>
            </a:r>
            <a:r>
              <a:rPr/>
              <a:t>，护眼不刺眼</a:t>
            </a:r>
          </a:p>
          <a:p>
            <a:pPr lvl="0"/>
            <a:r>
              <a:rPr/>
              <a:t>紫 </a:t>
            </a:r>
            <a:r>
              <a:rPr>
                <a:latin typeface="Courier"/>
              </a:rPr>
              <a:t>#8B5CF6</a:t>
            </a:r>
            <a:r>
              <a:rPr/>
              <a:t> + 绿 </a:t>
            </a:r>
            <a:r>
              <a:rPr>
                <a:latin typeface="Courier"/>
              </a:rPr>
              <a:t>#34D399</a:t>
            </a:r>
            <a:r>
              <a:rPr/>
              <a:t>，星之果实感</a:t>
            </a:r>
          </a:p>
          <a:p>
            <a:pPr lvl="0"/>
            <a:r>
              <a:rPr/>
              <a:t>像素字体与图标，致敬剧场票根 / 街机复古感</a:t>
            </a:r>
          </a:p>
          <a:p>
            <a:pPr lvl="0"/>
            <a:r>
              <a:rPr/>
              <a:t>Logo 字谜：「非」+ 横线 +「菜」= </a:t>
            </a:r>
            <a:r>
              <a:rPr b="1"/>
              <a:t>韭</a:t>
            </a:r>
            <a:r>
              <a:rPr/>
              <a:t>，其余为紫</a:t>
            </a:r>
          </a:p>
          <a:p>
            <a:pPr lvl="0" indent="0" marL="0">
              <a:buNone/>
            </a:pPr>
            <a:r>
              <a:rPr/>
              <a:t>【截图位置：Logo 拆解图 + 色板展示】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总结：我们做对了什么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从真实场景出发</a:t>
            </a:r>
          </a:p>
          <a:p>
            <a:pPr lvl="0" indent="0" marL="0">
              <a:buNone/>
            </a:pPr>
            <a:r>
              <a:rPr/>
              <a:t>不是凭空造工具，而是把自己作为目标用户，把每天重复的排期动作提炼成「排 · 记 · 存」。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聚焦核心流程</a:t>
            </a:r>
          </a:p>
          <a:p>
            <a:pPr lvl="0" indent="0" marL="0">
              <a:buNone/>
            </a:pPr>
            <a:r>
              <a:rPr/>
              <a:t>先做 MVP 验证最小闭环：排期可视化、场次记录、数据复盘，不堆功能。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视觉差异化</a:t>
            </a:r>
          </a:p>
          <a:p>
            <a:pPr lvl="0" indent="0" marL="0">
              <a:buNone/>
            </a:pPr>
            <a:r>
              <a:rPr/>
              <a:t>像素风 + 紫绿配色 + Logo 字谜，让「排期天菜」在工具类 App 中有记忆点。</a:t>
            </a:r>
          </a:p>
          <a:p>
            <a:pPr lvl="0" indent="0" marL="1270000">
              <a:buNone/>
            </a:pPr>
            <a:r>
              <a:rPr sz="2000"/>
              <a:t>接下来：OCR 识别排期表、提醒通知、观演记录与社交分享，持续打磨。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排期天菜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让每一张票，都有处安放。</a:t>
            </a:r>
          </a:p>
          <a:p>
            <a:pPr lvl="0" indent="0" marL="0">
              <a:buNone/>
            </a:pPr>
            <a:r>
              <a:rPr/>
              <a:t>愿 vibe coding 赐福我的戏梦人生</a:t>
            </a:r>
          </a:p>
          <a:p>
            <a:pPr lvl="0" indent="0" marL="0">
              <a:buNone/>
            </a:pPr>
            <a:r>
              <a:rPr/>
              <a:t>Paiqi · 排期天菜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2026-06-18T09:59:27Z</dcterms:created>
  <dcterms:modified xsi:type="dcterms:W3CDTF">2026-06-18T09:59:27Z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