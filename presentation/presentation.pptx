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封面视觉：Logo 大图居中，黑底紫绿渐变光效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结尾页：Logo + 结语 + 紫绿光效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排期天菜</dc:title>
  <dc:subject>PptxGenJS Presentation</dc:subject>
  <dc:creator>Created by Marp</dc:creator>
  <cp:lastModifiedBy>Created by Marp</cp:lastModifiedBy>
  <cp:revision>1</cp:revision>
  <dcterms:created xsi:type="dcterms:W3CDTF">2026-06-18T09:32:26Z</dcterms:created>
  <dcterms:modified xsi:type="dcterms:W3CDTF">2026-06-18T09:32:26Z</dcterms:modified>
</cp:coreProperties>
</file>